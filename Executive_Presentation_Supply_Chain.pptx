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5E7EB"/>
                </a:solidFill>
              </a:defRPr>
            </a:pPr>
            <a:r>
              <a:t>Supply Chain Optimization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AI-assisted demand forecasting for 30-90 day planning</a:t>
            </a:r>
          </a:p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Supplier risk scoring using contracts and operational KPIs</a:t>
            </a:r>
          </a:p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OCR parsing for manifests and logistics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5E7EB"/>
                </a:solidFill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Lower stockouts and excess inventory</a:t>
            </a:r>
          </a:p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Earlier supplier disruption detection</a:t>
            </a:r>
          </a:p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Faster document processing and cleaner operational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5E7EB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Raw data + contracts + manifests</a:t>
            </a:r>
          </a:p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ML forecasting, EOQ/safety stock, supplier-risk agent, OCR parser</a:t>
            </a:r>
          </a:p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Executive dashboards and human-in-the-loop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5E7EB"/>
                </a:solidFill>
              </a:defRPr>
            </a:pPr>
            <a:r>
              <a:t>Portfolio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Python, pandas, scikit-learn, Streamlit, OCR, CI/CD and testing</a:t>
            </a:r>
          </a:p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Runnable without paid API keys</a:t>
            </a:r>
          </a:p>
          <a:p>
            <a:pPr>
              <a:spcAft>
                <a:spcPts val="1000"/>
              </a:spcAft>
              <a:defRPr sz="2200">
                <a:solidFill>
                  <a:srgbClr val="E5E7EB"/>
                </a:solidFill>
              </a:defRPr>
            </a:pPr>
            <a:r>
              <a:t>Clear business documentation and governance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